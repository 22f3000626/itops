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18288000" cy="10287000"/>
  <p:notesSz cx="6858000" cy="9144000"/>
  <p:embeddedFontLst>
    <p:embeddedFont>
      <p:font typeface="Canva Sans" charset="1" panose="020B0503030501040103"/>
      <p:regular r:id="rId8"/>
    </p:embeddedFont>
    <p:embeddedFont>
      <p:font typeface="Canva Sans Bold" charset="1" panose="020B0803030501040103"/>
      <p:regular r:id="rId9"/>
    </p:embeddedFont>
    <p:embeddedFont>
      <p:font typeface="Arimo" charset="1" panose="020B0604020202020204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B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3660" y="1826256"/>
            <a:ext cx="5869865" cy="4254374"/>
          </a:xfrm>
          <a:custGeom>
            <a:avLst/>
            <a:gdLst/>
            <a:ahLst/>
            <a:cxnLst/>
            <a:rect r="r" b="b" t="t" l="l"/>
            <a:pathLst>
              <a:path h="4254374" w="5869865">
                <a:moveTo>
                  <a:pt x="0" y="0"/>
                </a:moveTo>
                <a:lnTo>
                  <a:pt x="5869865" y="0"/>
                </a:lnTo>
                <a:lnTo>
                  <a:pt x="5869865" y="4254374"/>
                </a:lnTo>
                <a:lnTo>
                  <a:pt x="0" y="42543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313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91777" y="7658605"/>
            <a:ext cx="1329505" cy="1367590"/>
            <a:chOff x="0" y="0"/>
            <a:chExt cx="363246" cy="37365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3246" cy="373652"/>
            </a:xfrm>
            <a:custGeom>
              <a:avLst/>
              <a:gdLst/>
              <a:ahLst/>
              <a:cxnLst/>
              <a:rect r="r" b="b" t="t" l="l"/>
              <a:pathLst>
                <a:path h="373652" w="363246">
                  <a:moveTo>
                    <a:pt x="181623" y="0"/>
                  </a:moveTo>
                  <a:lnTo>
                    <a:pt x="181623" y="0"/>
                  </a:lnTo>
                  <a:cubicBezTo>
                    <a:pt x="229793" y="0"/>
                    <a:pt x="275989" y="19135"/>
                    <a:pt x="310050" y="53196"/>
                  </a:cubicBezTo>
                  <a:cubicBezTo>
                    <a:pt x="344111" y="87257"/>
                    <a:pt x="363246" y="133454"/>
                    <a:pt x="363246" y="181623"/>
                  </a:cubicBezTo>
                  <a:lnTo>
                    <a:pt x="363246" y="192029"/>
                  </a:lnTo>
                  <a:cubicBezTo>
                    <a:pt x="363246" y="292336"/>
                    <a:pt x="281931" y="373652"/>
                    <a:pt x="181623" y="373652"/>
                  </a:cubicBezTo>
                  <a:lnTo>
                    <a:pt x="181623" y="373652"/>
                  </a:lnTo>
                  <a:cubicBezTo>
                    <a:pt x="81315" y="373652"/>
                    <a:pt x="0" y="292336"/>
                    <a:pt x="0" y="192029"/>
                  </a:cubicBezTo>
                  <a:lnTo>
                    <a:pt x="0" y="181623"/>
                  </a:lnTo>
                  <a:cubicBezTo>
                    <a:pt x="0" y="81315"/>
                    <a:pt x="81315" y="0"/>
                    <a:pt x="181623" y="0"/>
                  </a:cubicBezTo>
                  <a:close/>
                </a:path>
              </a:pathLst>
            </a:custGeom>
            <a:solidFill>
              <a:srgbClr val="FF575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363246" cy="4022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Inges</a:t>
              </a:r>
              <a:r>
                <a:rPr lang="en-US" sz="15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tion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608330" y="7658605"/>
            <a:ext cx="1329505" cy="1367590"/>
            <a:chOff x="0" y="0"/>
            <a:chExt cx="363246" cy="3736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3246" cy="373652"/>
            </a:xfrm>
            <a:custGeom>
              <a:avLst/>
              <a:gdLst/>
              <a:ahLst/>
              <a:cxnLst/>
              <a:rect r="r" b="b" t="t" l="l"/>
              <a:pathLst>
                <a:path h="373652" w="363246">
                  <a:moveTo>
                    <a:pt x="181623" y="0"/>
                  </a:moveTo>
                  <a:lnTo>
                    <a:pt x="181623" y="0"/>
                  </a:lnTo>
                  <a:cubicBezTo>
                    <a:pt x="229793" y="0"/>
                    <a:pt x="275989" y="19135"/>
                    <a:pt x="310050" y="53196"/>
                  </a:cubicBezTo>
                  <a:cubicBezTo>
                    <a:pt x="344111" y="87257"/>
                    <a:pt x="363246" y="133454"/>
                    <a:pt x="363246" y="181623"/>
                  </a:cubicBezTo>
                  <a:lnTo>
                    <a:pt x="363246" y="192029"/>
                  </a:lnTo>
                  <a:cubicBezTo>
                    <a:pt x="363246" y="292336"/>
                    <a:pt x="281931" y="373652"/>
                    <a:pt x="181623" y="373652"/>
                  </a:cubicBezTo>
                  <a:lnTo>
                    <a:pt x="181623" y="373652"/>
                  </a:lnTo>
                  <a:cubicBezTo>
                    <a:pt x="81315" y="373652"/>
                    <a:pt x="0" y="292336"/>
                    <a:pt x="0" y="192029"/>
                  </a:cubicBezTo>
                  <a:lnTo>
                    <a:pt x="0" y="181623"/>
                  </a:lnTo>
                  <a:cubicBezTo>
                    <a:pt x="0" y="81315"/>
                    <a:pt x="81315" y="0"/>
                    <a:pt x="181623" y="0"/>
                  </a:cubicBezTo>
                  <a:close/>
                </a:path>
              </a:pathLst>
            </a:custGeom>
            <a:solidFill>
              <a:srgbClr val="FF575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363246" cy="4022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Prediction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681372" y="7658605"/>
            <a:ext cx="1329505" cy="1367590"/>
            <a:chOff x="0" y="0"/>
            <a:chExt cx="363246" cy="3736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63246" cy="373652"/>
            </a:xfrm>
            <a:custGeom>
              <a:avLst/>
              <a:gdLst/>
              <a:ahLst/>
              <a:cxnLst/>
              <a:rect r="r" b="b" t="t" l="l"/>
              <a:pathLst>
                <a:path h="373652" w="363246">
                  <a:moveTo>
                    <a:pt x="181623" y="0"/>
                  </a:moveTo>
                  <a:lnTo>
                    <a:pt x="181623" y="0"/>
                  </a:lnTo>
                  <a:cubicBezTo>
                    <a:pt x="229793" y="0"/>
                    <a:pt x="275989" y="19135"/>
                    <a:pt x="310050" y="53196"/>
                  </a:cubicBezTo>
                  <a:cubicBezTo>
                    <a:pt x="344111" y="87257"/>
                    <a:pt x="363246" y="133454"/>
                    <a:pt x="363246" y="181623"/>
                  </a:cubicBezTo>
                  <a:lnTo>
                    <a:pt x="363246" y="192029"/>
                  </a:lnTo>
                  <a:cubicBezTo>
                    <a:pt x="363246" y="292336"/>
                    <a:pt x="281931" y="373652"/>
                    <a:pt x="181623" y="373652"/>
                  </a:cubicBezTo>
                  <a:lnTo>
                    <a:pt x="181623" y="373652"/>
                  </a:lnTo>
                  <a:cubicBezTo>
                    <a:pt x="81315" y="373652"/>
                    <a:pt x="0" y="292336"/>
                    <a:pt x="0" y="192029"/>
                  </a:cubicBezTo>
                  <a:lnTo>
                    <a:pt x="0" y="181623"/>
                  </a:lnTo>
                  <a:cubicBezTo>
                    <a:pt x="0" y="81315"/>
                    <a:pt x="81315" y="0"/>
                    <a:pt x="181623" y="0"/>
                  </a:cubicBezTo>
                  <a:close/>
                </a:path>
              </a:pathLst>
            </a:custGeom>
            <a:solidFill>
              <a:srgbClr val="FF575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363246" cy="4022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Corelation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369793" y="7658605"/>
            <a:ext cx="1329505" cy="1367590"/>
            <a:chOff x="0" y="0"/>
            <a:chExt cx="363246" cy="37365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3246" cy="373652"/>
            </a:xfrm>
            <a:custGeom>
              <a:avLst/>
              <a:gdLst/>
              <a:ahLst/>
              <a:cxnLst/>
              <a:rect r="r" b="b" t="t" l="l"/>
              <a:pathLst>
                <a:path h="373652" w="363246">
                  <a:moveTo>
                    <a:pt x="181623" y="0"/>
                  </a:moveTo>
                  <a:lnTo>
                    <a:pt x="181623" y="0"/>
                  </a:lnTo>
                  <a:cubicBezTo>
                    <a:pt x="229793" y="0"/>
                    <a:pt x="275989" y="19135"/>
                    <a:pt x="310050" y="53196"/>
                  </a:cubicBezTo>
                  <a:cubicBezTo>
                    <a:pt x="344111" y="87257"/>
                    <a:pt x="363246" y="133454"/>
                    <a:pt x="363246" y="181623"/>
                  </a:cubicBezTo>
                  <a:lnTo>
                    <a:pt x="363246" y="192029"/>
                  </a:lnTo>
                  <a:cubicBezTo>
                    <a:pt x="363246" y="292336"/>
                    <a:pt x="281931" y="373652"/>
                    <a:pt x="181623" y="373652"/>
                  </a:cubicBezTo>
                  <a:lnTo>
                    <a:pt x="181623" y="373652"/>
                  </a:lnTo>
                  <a:cubicBezTo>
                    <a:pt x="81315" y="373652"/>
                    <a:pt x="0" y="292336"/>
                    <a:pt x="0" y="192029"/>
                  </a:cubicBezTo>
                  <a:lnTo>
                    <a:pt x="0" y="181623"/>
                  </a:lnTo>
                  <a:cubicBezTo>
                    <a:pt x="0" y="81315"/>
                    <a:pt x="81315" y="0"/>
                    <a:pt x="181623" y="0"/>
                  </a:cubicBezTo>
                  <a:close/>
                </a:path>
              </a:pathLst>
            </a:custGeom>
            <a:solidFill>
              <a:srgbClr val="FF575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363246" cy="4022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Remediation</a:t>
              </a:r>
            </a:p>
            <a:p>
              <a:pPr algn="ctr">
                <a:lnSpc>
                  <a:spcPts val="21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535289" y="7658605"/>
            <a:ext cx="1329505" cy="1367590"/>
            <a:chOff x="0" y="0"/>
            <a:chExt cx="363246" cy="3736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3246" cy="373652"/>
            </a:xfrm>
            <a:custGeom>
              <a:avLst/>
              <a:gdLst/>
              <a:ahLst/>
              <a:cxnLst/>
              <a:rect r="r" b="b" t="t" l="l"/>
              <a:pathLst>
                <a:path h="373652" w="363246">
                  <a:moveTo>
                    <a:pt x="181623" y="0"/>
                  </a:moveTo>
                  <a:lnTo>
                    <a:pt x="181623" y="0"/>
                  </a:lnTo>
                  <a:cubicBezTo>
                    <a:pt x="229793" y="0"/>
                    <a:pt x="275989" y="19135"/>
                    <a:pt x="310050" y="53196"/>
                  </a:cubicBezTo>
                  <a:cubicBezTo>
                    <a:pt x="344111" y="87257"/>
                    <a:pt x="363246" y="133454"/>
                    <a:pt x="363246" y="181623"/>
                  </a:cubicBezTo>
                  <a:lnTo>
                    <a:pt x="363246" y="192029"/>
                  </a:lnTo>
                  <a:cubicBezTo>
                    <a:pt x="363246" y="292336"/>
                    <a:pt x="281931" y="373652"/>
                    <a:pt x="181623" y="373652"/>
                  </a:cubicBezTo>
                  <a:lnTo>
                    <a:pt x="181623" y="373652"/>
                  </a:lnTo>
                  <a:cubicBezTo>
                    <a:pt x="81315" y="373652"/>
                    <a:pt x="0" y="292336"/>
                    <a:pt x="0" y="192029"/>
                  </a:cubicBezTo>
                  <a:lnTo>
                    <a:pt x="0" y="181623"/>
                  </a:lnTo>
                  <a:cubicBezTo>
                    <a:pt x="0" y="81315"/>
                    <a:pt x="81315" y="0"/>
                    <a:pt x="181623" y="0"/>
                  </a:cubicBezTo>
                  <a:close/>
                </a:path>
              </a:pathLst>
            </a:custGeom>
            <a:solidFill>
              <a:srgbClr val="FF5757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363246" cy="4022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Analysis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259018" y="7658605"/>
            <a:ext cx="1329505" cy="1367590"/>
            <a:chOff x="0" y="0"/>
            <a:chExt cx="363246" cy="37365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3246" cy="373652"/>
            </a:xfrm>
            <a:custGeom>
              <a:avLst/>
              <a:gdLst/>
              <a:ahLst/>
              <a:cxnLst/>
              <a:rect r="r" b="b" t="t" l="l"/>
              <a:pathLst>
                <a:path h="373652" w="363246">
                  <a:moveTo>
                    <a:pt x="181623" y="0"/>
                  </a:moveTo>
                  <a:lnTo>
                    <a:pt x="181623" y="0"/>
                  </a:lnTo>
                  <a:cubicBezTo>
                    <a:pt x="229793" y="0"/>
                    <a:pt x="275989" y="19135"/>
                    <a:pt x="310050" y="53196"/>
                  </a:cubicBezTo>
                  <a:cubicBezTo>
                    <a:pt x="344111" y="87257"/>
                    <a:pt x="363246" y="133454"/>
                    <a:pt x="363246" y="181623"/>
                  </a:cubicBezTo>
                  <a:lnTo>
                    <a:pt x="363246" y="192029"/>
                  </a:lnTo>
                  <a:cubicBezTo>
                    <a:pt x="363246" y="292336"/>
                    <a:pt x="281931" y="373652"/>
                    <a:pt x="181623" y="373652"/>
                  </a:cubicBezTo>
                  <a:lnTo>
                    <a:pt x="181623" y="373652"/>
                  </a:lnTo>
                  <a:cubicBezTo>
                    <a:pt x="81315" y="373652"/>
                    <a:pt x="0" y="292336"/>
                    <a:pt x="0" y="192029"/>
                  </a:cubicBezTo>
                  <a:lnTo>
                    <a:pt x="0" y="181623"/>
                  </a:lnTo>
                  <a:cubicBezTo>
                    <a:pt x="0" y="81315"/>
                    <a:pt x="81315" y="0"/>
                    <a:pt x="181623" y="0"/>
                  </a:cubicBezTo>
                  <a:close/>
                </a:path>
              </a:pathLst>
            </a:custGeom>
            <a:solidFill>
              <a:srgbClr val="FF5757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363246" cy="4022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Report, Learn &amp; Close</a:t>
              </a:r>
            </a:p>
            <a:p>
              <a:pPr algn="ctr">
                <a:lnSpc>
                  <a:spcPts val="21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21" id="21"/>
          <p:cNvSpPr/>
          <p:nvPr/>
        </p:nvSpPr>
        <p:spPr>
          <a:xfrm flipV="true">
            <a:off x="2170343" y="8319448"/>
            <a:ext cx="510864" cy="458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2" id="22"/>
          <p:cNvSpPr/>
          <p:nvPr/>
        </p:nvSpPr>
        <p:spPr>
          <a:xfrm flipV="true">
            <a:off x="6024260" y="8273543"/>
            <a:ext cx="510864" cy="458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3" id="23"/>
          <p:cNvSpPr/>
          <p:nvPr/>
        </p:nvSpPr>
        <p:spPr>
          <a:xfrm flipV="true">
            <a:off x="4054172" y="8296495"/>
            <a:ext cx="510864" cy="458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4" id="24"/>
          <p:cNvSpPr/>
          <p:nvPr/>
        </p:nvSpPr>
        <p:spPr>
          <a:xfrm flipV="true">
            <a:off x="7864959" y="8321742"/>
            <a:ext cx="510864" cy="458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5" id="25"/>
          <p:cNvSpPr/>
          <p:nvPr/>
        </p:nvSpPr>
        <p:spPr>
          <a:xfrm flipV="true">
            <a:off x="9745372" y="8360763"/>
            <a:ext cx="510864" cy="458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26" id="26"/>
          <p:cNvSpPr/>
          <p:nvPr/>
        </p:nvSpPr>
        <p:spPr>
          <a:xfrm flipH="true" flipV="false" rot="0">
            <a:off x="12351023" y="7471453"/>
            <a:ext cx="1988431" cy="990600"/>
          </a:xfrm>
          <a:custGeom>
            <a:avLst/>
            <a:gdLst/>
            <a:ahLst/>
            <a:cxnLst/>
            <a:rect r="r" b="b" t="t" l="l"/>
            <a:pathLst>
              <a:path h="990600" w="1988431">
                <a:moveTo>
                  <a:pt x="1988431" y="0"/>
                </a:moveTo>
                <a:lnTo>
                  <a:pt x="0" y="0"/>
                </a:lnTo>
                <a:lnTo>
                  <a:pt x="0" y="990600"/>
                </a:lnTo>
                <a:lnTo>
                  <a:pt x="1988431" y="990600"/>
                </a:lnTo>
                <a:lnTo>
                  <a:pt x="198843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true" flipV="false" rot="0">
            <a:off x="14436998" y="5999375"/>
            <a:ext cx="3780905" cy="4287625"/>
          </a:xfrm>
          <a:custGeom>
            <a:avLst/>
            <a:gdLst/>
            <a:ahLst/>
            <a:cxnLst/>
            <a:rect r="r" b="b" t="t" l="l"/>
            <a:pathLst>
              <a:path h="4287625" w="3780905">
                <a:moveTo>
                  <a:pt x="3780906" y="0"/>
                </a:moveTo>
                <a:lnTo>
                  <a:pt x="0" y="0"/>
                </a:lnTo>
                <a:lnTo>
                  <a:pt x="0" y="4287625"/>
                </a:lnTo>
                <a:lnTo>
                  <a:pt x="3780906" y="4287625"/>
                </a:lnTo>
                <a:lnTo>
                  <a:pt x="3780906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2641002" y="444183"/>
            <a:ext cx="13420494" cy="1092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DYNAMIC IT OPERATIONS ORCHESTRATOR</a:t>
            </a:r>
          </a:p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AUTONOMOUS MULTI-AGENT AIOPS PLATFORM FOR SELF-HEALING ENTERPRISE INFRASTRUCTURE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404374" y="1769106"/>
            <a:ext cx="2075483" cy="90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</a:t>
            </a:r>
            <a:r>
              <a:rPr lang="en-US" b="true" sz="26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Features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8096470" y="2359601"/>
            <a:ext cx="8859581" cy="3340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A2A Multi-Agent Orchestration</a:t>
            </a:r>
          </a:p>
          <a:p>
            <a:pPr algn="ctr">
              <a:lnSpc>
                <a:spcPts val="1679"/>
              </a:lnSpc>
            </a:pPr>
            <a:r>
              <a:rPr lang="en-US" b="true" sz="1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</a:t>
            </a: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LangGraph + Google A2A protocol for autonomous inter-agent collaboration. Agents reason via LLM, delegate to domain specialists, learn from outcomes.</a:t>
            </a:r>
          </a:p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Predictive Causal Intelligence</a:t>
            </a:r>
          </a:p>
          <a:p>
            <a:pPr algn="ctr">
              <a:lnSpc>
                <a:spcPts val="1679"/>
              </a:lnSpc>
            </a:pPr>
            <a:r>
              <a:rPr lang="en-US" b="true" sz="1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</a:t>
            </a: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LSTM/Transformer forecasting with 30-min horizon. Bayesian causal graphs model real dependencies moves from             correlation to causation.</a:t>
            </a:r>
          </a:p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Blast-Radius-Aware Remediation</a:t>
            </a:r>
          </a:p>
          <a:p>
            <a:pPr algn="ctr">
              <a:lnSpc>
                <a:spcPts val="1679"/>
              </a:lnSpc>
            </a:pPr>
            <a:r>
              <a:rPr lang="en-US" b="true" sz="1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</a:t>
            </a: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Simulates fix impact on dependency graph before execution. Canary rollout: 5% → 25% → 100% with auto-matic rollback on degradation.</a:t>
            </a:r>
          </a:p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Institutional Memory System</a:t>
            </a:r>
          </a:p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RAG + Vector DB captures every incident, fix, and outcome. Auto-generates runbooks from successful manual</a:t>
            </a:r>
          </a:p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fixes. Zero tribal knowledge loss.</a:t>
            </a:r>
          </a:p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Cloud-Agnostic Canonical Model</a:t>
            </a:r>
          </a:p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Unified “Compute/Storage/Network” abstraction across AWS, Azure, GCP. Same dashboard, same actions,</a:t>
            </a:r>
          </a:p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different providers</a:t>
            </a:r>
          </a:p>
          <a:p>
            <a:pPr algn="ctr">
              <a:lnSpc>
                <a:spcPts val="1679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4646668" y="7033130"/>
            <a:ext cx="211685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Proof of Concept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14315" y="9136098"/>
            <a:ext cx="1556028" cy="506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4"/>
              </a:lnSpc>
              <a:spcBef>
                <a:spcPct val="0"/>
              </a:spcBef>
            </a:pPr>
            <a:r>
              <a:rPr lang="en-US" sz="144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OpenTelemetry + </a:t>
            </a:r>
          </a:p>
          <a:p>
            <a:pPr algn="ctr">
              <a:lnSpc>
                <a:spcPts val="2024"/>
              </a:lnSpc>
              <a:spcBef>
                <a:spcPct val="0"/>
              </a:spcBef>
            </a:pPr>
            <a:r>
              <a:rPr lang="en-US" sz="144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FluentBit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816167" y="9264643"/>
            <a:ext cx="1194710" cy="24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4"/>
              </a:lnSpc>
              <a:spcBef>
                <a:spcPct val="0"/>
              </a:spcBef>
            </a:pPr>
            <a:r>
              <a:rPr lang="en-US" sz="144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ML clustering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391343" y="9246280"/>
            <a:ext cx="1763479" cy="506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4"/>
              </a:lnSpc>
              <a:spcBef>
                <a:spcPct val="0"/>
              </a:spcBef>
            </a:pPr>
            <a:r>
              <a:rPr lang="en-US" sz="144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LSTM + Transformer</a:t>
            </a:r>
          </a:p>
          <a:p>
            <a:pPr algn="ctr">
              <a:lnSpc>
                <a:spcPts val="2024"/>
              </a:lnSpc>
              <a:spcBef>
                <a:spcPct val="0"/>
              </a:spcBef>
            </a:pPr>
            <a:r>
              <a:rPr lang="en-US" sz="144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networks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535289" y="9273074"/>
            <a:ext cx="1445416" cy="506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4"/>
              </a:lnSpc>
              <a:spcBef>
                <a:spcPct val="0"/>
              </a:spcBef>
            </a:pPr>
            <a:r>
              <a:rPr lang="en-US" sz="144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Bayesian causal </a:t>
            </a:r>
          </a:p>
          <a:p>
            <a:pPr algn="ctr">
              <a:lnSpc>
                <a:spcPts val="2024"/>
              </a:lnSpc>
              <a:spcBef>
                <a:spcPct val="0"/>
              </a:spcBef>
            </a:pPr>
            <a:r>
              <a:rPr lang="en-US" sz="144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inference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452317" y="9401619"/>
            <a:ext cx="1268881" cy="24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4"/>
              </a:lnSpc>
              <a:spcBef>
                <a:spcPct val="0"/>
              </a:spcBef>
            </a:pPr>
            <a:r>
              <a:rPr lang="en-US" sz="144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Canary rollout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097652" y="9374825"/>
            <a:ext cx="1738659" cy="24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4"/>
              </a:lnSpc>
              <a:spcBef>
                <a:spcPct val="0"/>
              </a:spcBef>
            </a:pPr>
            <a:r>
              <a:rPr lang="en-US" sz="144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Weaviate vector DB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5130155" y="7023605"/>
            <a:ext cx="2772817" cy="1838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1"/>
              </a:lnSpc>
            </a:pPr>
            <a:r>
              <a:rPr lang="en-US" sz="177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Team Name :- Tank Busters</a:t>
            </a:r>
          </a:p>
          <a:p>
            <a:pPr algn="l">
              <a:lnSpc>
                <a:spcPts val="2481"/>
              </a:lnSpc>
            </a:pPr>
          </a:p>
          <a:p>
            <a:pPr algn="l">
              <a:lnSpc>
                <a:spcPts val="2481"/>
              </a:lnSpc>
            </a:pPr>
            <a:r>
              <a:rPr lang="en-US" sz="177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Team Members:-</a:t>
            </a:r>
          </a:p>
          <a:p>
            <a:pPr algn="l">
              <a:lnSpc>
                <a:spcPts val="2481"/>
              </a:lnSpc>
            </a:pPr>
            <a:r>
              <a:rPr lang="en-US" sz="177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P.Shiva Santhosh</a:t>
            </a:r>
          </a:p>
          <a:p>
            <a:pPr algn="l">
              <a:lnSpc>
                <a:spcPts val="2481"/>
              </a:lnSpc>
            </a:pPr>
            <a:r>
              <a:rPr lang="en-US" sz="177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N.S.J.S.Dhanush</a:t>
            </a:r>
          </a:p>
          <a:p>
            <a:pPr algn="l">
              <a:lnSpc>
                <a:spcPts val="2481"/>
              </a:lnSpc>
            </a:pPr>
            <a:r>
              <a:rPr lang="en-US" sz="177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P.Shikhar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B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245172" y="1994848"/>
            <a:ext cx="6265318" cy="5959884"/>
          </a:xfrm>
          <a:custGeom>
            <a:avLst/>
            <a:gdLst/>
            <a:ahLst/>
            <a:cxnLst/>
            <a:rect r="r" b="b" t="t" l="l"/>
            <a:pathLst>
              <a:path h="5959884" w="6265318">
                <a:moveTo>
                  <a:pt x="0" y="0"/>
                </a:moveTo>
                <a:lnTo>
                  <a:pt x="6265318" y="0"/>
                </a:lnTo>
                <a:lnTo>
                  <a:pt x="6265318" y="5959884"/>
                </a:lnTo>
                <a:lnTo>
                  <a:pt x="0" y="59598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9567" y="1484471"/>
            <a:ext cx="4980279" cy="2820083"/>
          </a:xfrm>
          <a:custGeom>
            <a:avLst/>
            <a:gdLst/>
            <a:ahLst/>
            <a:cxnLst/>
            <a:rect r="r" b="b" t="t" l="l"/>
            <a:pathLst>
              <a:path h="2820083" w="4980279">
                <a:moveTo>
                  <a:pt x="0" y="0"/>
                </a:moveTo>
                <a:lnTo>
                  <a:pt x="4980279" y="0"/>
                </a:lnTo>
                <a:lnTo>
                  <a:pt x="4980279" y="2820083"/>
                </a:lnTo>
                <a:lnTo>
                  <a:pt x="0" y="28200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945871" y="6017518"/>
            <a:ext cx="5007072" cy="2616195"/>
          </a:xfrm>
          <a:custGeom>
            <a:avLst/>
            <a:gdLst/>
            <a:ahLst/>
            <a:cxnLst/>
            <a:rect r="r" b="b" t="t" l="l"/>
            <a:pathLst>
              <a:path h="2616195" w="5007072">
                <a:moveTo>
                  <a:pt x="0" y="0"/>
                </a:moveTo>
                <a:lnTo>
                  <a:pt x="5007072" y="0"/>
                </a:lnTo>
                <a:lnTo>
                  <a:pt x="5007072" y="2616195"/>
                </a:lnTo>
                <a:lnTo>
                  <a:pt x="0" y="26161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70302" y="5705931"/>
            <a:ext cx="4918809" cy="2700819"/>
          </a:xfrm>
          <a:custGeom>
            <a:avLst/>
            <a:gdLst/>
            <a:ahLst/>
            <a:cxnLst/>
            <a:rect r="r" b="b" t="t" l="l"/>
            <a:pathLst>
              <a:path h="2700819" w="4918809">
                <a:moveTo>
                  <a:pt x="0" y="0"/>
                </a:moveTo>
                <a:lnTo>
                  <a:pt x="4918809" y="0"/>
                </a:lnTo>
                <a:lnTo>
                  <a:pt x="4918809" y="2700819"/>
                </a:lnTo>
                <a:lnTo>
                  <a:pt x="0" y="27008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639530" y="1807481"/>
            <a:ext cx="5313412" cy="3035287"/>
          </a:xfrm>
          <a:custGeom>
            <a:avLst/>
            <a:gdLst/>
            <a:ahLst/>
            <a:cxnLst/>
            <a:rect r="r" b="b" t="t" l="l"/>
            <a:pathLst>
              <a:path h="3035287" w="5313412">
                <a:moveTo>
                  <a:pt x="0" y="0"/>
                </a:moveTo>
                <a:lnTo>
                  <a:pt x="5313413" y="0"/>
                </a:lnTo>
                <a:lnTo>
                  <a:pt x="5313413" y="3035287"/>
                </a:lnTo>
                <a:lnTo>
                  <a:pt x="0" y="30352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823969" y="1091681"/>
            <a:ext cx="2640062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System Overflow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99921" y="738242"/>
            <a:ext cx="4980279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Technology Stack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405965" y="5195193"/>
            <a:ext cx="2335039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Before vs After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05136" y="5095875"/>
            <a:ext cx="204914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Sources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185382" y="981075"/>
            <a:ext cx="257204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Target Segments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DAHBOdaK-co</dc:identifier>
  <dcterms:modified xsi:type="dcterms:W3CDTF">2011-08-01T06:04:30Z</dcterms:modified>
  <cp:revision>1</cp:revision>
  <dc:title>TankBusters_ITOperationsOrchestrator</dc:title>
</cp:coreProperties>
</file>